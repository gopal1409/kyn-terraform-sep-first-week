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641080" y="3730752"/>
            <a:ext cx="960120" cy="731520"/>
          </a:xfrm>
          <a:prstGeom prst="line">
            <a:avLst/>
          </a:prstGeom>
          <a:noFill/>
          <a:ln w="25400">
            <a:solidFill>
              <a:srgbClr val="8B7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4462272"/>
            <a:ext cx="960120" cy="731520"/>
          </a:xfrm>
          <a:prstGeom prst="line">
            <a:avLst/>
          </a:prstGeom>
          <a:noFill/>
          <a:ln w="25400">
            <a:solidFill>
              <a:srgbClr val="8B7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3730752"/>
            <a:ext cx="960120" cy="73152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921240" y="4462272"/>
            <a:ext cx="960120" cy="73152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42976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5C4EE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35661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5C4EE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50292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5C4EE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42976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References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resources, variables, locals &amp; outputs map together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Examples  ·  Infrastructure as Code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blocks &amp; reference syntax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037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420624" cy="420624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43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82549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values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4472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example — VPC → Subnet → EC2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420624" cy="420624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87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attribute mapping works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420624" cy="42062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091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6908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variables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53126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example &amp; best practices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418320" y="1600200"/>
            <a:ext cx="2194560" cy="4261104"/>
          </a:xfrm>
          <a:prstGeom prst="roundRect">
            <a:avLst>
              <a:gd name="adj" fmla="val 4167"/>
            </a:avLst>
          </a:prstGeom>
          <a:solidFill>
            <a:srgbClr val="EFEDFC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type.name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.attribute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Blocks &amp; Reference Syntax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is declared with a resource type and a local name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assigns each resource an internal address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blocks reference it as type.name.attribute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references build Terraform’s dependency graph automatically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FED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aws_vpc.main.id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91640"/>
            <a:ext cx="5120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Reference this VPC elsewhere: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aws_vpc.main.id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3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aws_vpc.main.cidr_block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INPUT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 &amp; Using Variables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a variable block (commonly in variables.tf)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type, default, description, and validation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anywhere in the config as var.&lt;name&gt;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environment-specific values out of resource blocks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FED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var.vpc_cidr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9164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"CIDR for the VPC"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"instance_type"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"t3.micro"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LOCAL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Simplifying Repeated Expressions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once inside a single locals block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compute or reuse values across the config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as local.&lt;name&gt; — singular, no “s”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common tags, naming prefixes, derived values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EFED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394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local.common_tags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669280" cy="3657600"/>
          </a:xfrm>
          <a:prstGeom prst="roundRect">
            <a:avLst>
              <a:gd name="adj" fmla="val 2000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9164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name_prefix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"${var.project}-${var.environment}"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var.project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AWS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Reference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5C4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56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8B7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3456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2743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8575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953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1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3456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3337560"/>
            <a:ext cx="1143000" cy="9144"/>
          </a:xfrm>
          <a:prstGeom prst="line">
            <a:avLst/>
          </a:prstGeom>
          <a:noFill/>
          <a:ln w="25400">
            <a:solidFill>
              <a:srgbClr val="5C4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3337560"/>
            <a:ext cx="1143000" cy="9144"/>
          </a:xfrm>
          <a:prstGeom prst="line">
            <a:avLst/>
          </a:prstGeom>
          <a:noFill/>
          <a:ln w="25400">
            <a:solidFill>
              <a:srgbClr val="5C4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240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  →  vpc_id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7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aws_subnet.public.id  →  subnet_id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real dependency — Terraform creates the VPC before the subnet, and the subnet before the instance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IDs: the subnet reads the VPC’s id attribute directly, and the instance reads the subnet’s id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ATTRIBUTE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Reference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589520" cy="4846320"/>
          </a:xfrm>
          <a:prstGeom prst="roundRect">
            <a:avLst>
              <a:gd name="adj" fmla="val 1509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7040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"10.0.1.0/24"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"aws_instance"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"web"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aws_subnet.public.id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var.instance_type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         = </a:t>
            </a:r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366760" y="1600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FEDFC"/>
          </a:solidFill>
          <a:ln w="15875">
            <a:solidFill>
              <a:srgbClr val="5C4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22208" y="167335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var.vpc_cidr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from the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declared earlier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66760" y="30632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FEDFC"/>
          </a:solidFill>
          <a:ln w="15875">
            <a:solidFill>
              <a:srgbClr val="8B7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22208" y="313639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aws_vpc.main.id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VPC’s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directly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66760" y="4480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FEDFC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22208" y="45537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aws_subnet.public.id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the subnet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56235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EFEDFC"/>
          </a:solidFill>
          <a:ln w="15875">
            <a:solidFill>
              <a:srgbClr val="C97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56967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local.common_tags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shared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OUTPUT VARIABLES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Exposing Values After Apply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with an output block (commonly in outputs.tf)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resource or module attribute for later use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via terraform output, or as module.&lt;name&gt;.&lt;output&gt;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passing values between modules or to other tools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EFED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394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module.network.vpc_id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46304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69164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 of the VPC"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"instance_public_ip"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 IP of web server"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aws_instance.web.public_ip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Example — Variables, Locals, Resources, Outputs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variables.tf  +  locals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"project"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default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"environment"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default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default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"10.0.0.0/16"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var.project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var.environment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  +  outputs.tf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D1730"/>
          </a:solidFill>
          <a:ln w="9525">
            <a:solidFill>
              <a:srgbClr val="8B7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"main"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     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9A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"10.0.1.0/24"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"vpc_id"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value =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7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aws_vpc.main.id 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EFEDFC"/>
          </a:solidFill>
          <a:ln w="25400">
            <a:solidFill>
              <a:srgbClr val="5C4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871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4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3291840"/>
            <a:ext cx="274320" cy="9144"/>
          </a:xfrm>
          <a:prstGeom prst="line">
            <a:avLst/>
          </a:prstGeom>
          <a:noFill/>
          <a:ln w="25400">
            <a:solidFill>
              <a:srgbClr val="6B64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3774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EFEDFC"/>
          </a:solidFill>
          <a:ln w="25400">
            <a:solidFill>
              <a:srgbClr val="8B7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4871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32461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7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local.common_tags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3291840"/>
            <a:ext cx="274320" cy="9144"/>
          </a:xfrm>
          <a:prstGeom prst="line">
            <a:avLst/>
          </a:prstGeom>
          <a:noFill/>
          <a:ln w="25400">
            <a:solidFill>
              <a:srgbClr val="6B64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EFEDFC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48716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(chained)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 → aws_subnet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aws_instance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15400" y="3291840"/>
            <a:ext cx="274320" cy="9144"/>
          </a:xfrm>
          <a:prstGeom prst="line">
            <a:avLst/>
          </a:prstGeom>
          <a:noFill/>
          <a:ln w="25400">
            <a:solidFill>
              <a:srgbClr val="6B64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23774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EFEDFC"/>
          </a:solidFill>
          <a:ln w="25400">
            <a:solidFill>
              <a:srgbClr val="C97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4871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7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97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.public_ip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feed values in → locals shape and combine them → resources reference each other in a chain → outputs expose the final results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left-to-right flow mirrors Terraform’s own dependency graph (visualize it anytime with terraform graph)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07692"/>
            <a:ext cx="402336" cy="402336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 for anything that changes per environment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2107692"/>
            <a:ext cx="402336" cy="402336"/>
          </a:xfrm>
          <a:prstGeom prst="ellipse">
            <a:avLst/>
          </a:prstGeom>
          <a:solidFill>
            <a:srgbClr val="8B7FF0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86600" y="16916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repeated or computed values in locals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479292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4792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resources directly — never hardcode IDs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3479292"/>
            <a:ext cx="402336" cy="402336"/>
          </a:xfrm>
          <a:prstGeom prst="ellipse">
            <a:avLst/>
          </a:prstGeom>
          <a:solidFill>
            <a:srgbClr val="C97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34792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30632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only what’s needed through outputs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850892"/>
            <a:ext cx="402336" cy="402336"/>
          </a:xfrm>
          <a:prstGeom prst="ellipse">
            <a:avLst/>
          </a:prstGeom>
          <a:solidFill>
            <a:srgbClr val="5C4EE5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8508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naming pattern consistent: type.name.attribute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44348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4850892"/>
            <a:ext cx="402336" cy="402336"/>
          </a:xfrm>
          <a:prstGeom prst="ellipse">
            <a:avLst/>
          </a:prstGeom>
          <a:solidFill>
            <a:srgbClr val="8B7F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19672" y="48508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44348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graph to visualize real dependencies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AWS Examples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Resource References  ·  Variables · Locals · Outputs · AWS Examples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5C4EE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41148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8B7F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41148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4279392"/>
            <a:ext cx="274320" cy="9144"/>
          </a:xfrm>
          <a:prstGeom prst="line">
            <a:avLst/>
          </a:prstGeom>
          <a:noFill/>
          <a:ln w="25400">
            <a:solidFill>
              <a:srgbClr val="8B7F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4279392"/>
            <a:ext cx="274320" cy="9144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2026-09-01T04:03:39Z</dcterms:created>
  <dcterms:modified xsi:type="dcterms:W3CDTF">2026-09-01T04:03:39Z</dcterms:modified>
</cp:coreProperties>
</file>