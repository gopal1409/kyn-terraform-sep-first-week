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828800"/>
            <a:ext cx="5943600" cy="5943600"/>
          </a:xfrm>
          <a:prstGeom prst="ellipse">
            <a:avLst/>
          </a:prstGeom>
          <a:ln w="1587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548640"/>
            <a:ext cx="3108960" cy="3108960"/>
          </a:xfrm>
          <a:prstGeom prst="ellipse">
            <a:avLst/>
          </a:prstGeom>
          <a:ln w="19050">
            <a:solidFill>
              <a:srgbClr val="E8A33D">
                <a:alpha val="7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5146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Variable Files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11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.tfvars — declaring, loading, and overriding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values across environments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128016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for Terraform practitioners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.tfvars file?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20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purpose of variable definition files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vs. assigning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920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blocks vs. supplying values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supply values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337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flags, files, env vars, and defaults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301752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 order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3337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source wins when several are used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Auto-loading &amp; multi-env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754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terraform.tfvars, *.auto.tfvars, and folders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443484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4754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configs clean, safe, and reusable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.tfvars File?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.tfvars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 holds concrete values for the variables your Terraform configuration declares.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values separate from logic (main.tf, variables.tf)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same configuration run against many environments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HCL, or as JSON (.tfvars.json)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required to run Terraform — but essential for reuse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69164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291072" y="1874520"/>
            <a:ext cx="50657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terraform.tfvars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        = "us-east-1"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instance_type = "t3.micro"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   = "production"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enable_backup = true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35040" y="434340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45262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here plug directly into the matching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names declared in variables.tf.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JOBS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Declaring vs. Assigning Variables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variables.tf  —  Declare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2286000"/>
            <a:ext cx="4791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"region"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  = string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"AWS region"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    = "us-east-1"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terraform.tfvars  —  Assign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10312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65392" y="2286000"/>
            <a:ext cx="4791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 = "us-west-2"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overrides the default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in variables.tf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43484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 variable's name, type, and optional default — it lives in your .tf files.
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the actual value to use for a run — it lives in a .tfvars file (or elsewhere).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PATHS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Ways to Supply Variable Values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flag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80560" y="1673352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6733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-var="region=us-east-1"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Quick, one-off overrides for a single run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11064240" cy="0"/>
          </a:xfrm>
          <a:prstGeom prst="line">
            <a:avLst/>
          </a:prstGeom>
          <a:noFill/>
          <a:ln w="12700">
            <a:solidFill>
              <a:srgbClr val="F3F5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60904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5877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definition file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480560" y="2569464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25694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-var-file="prod.tfvars"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5877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point Terraform at a .tfvars file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19272"/>
            <a:ext cx="11064240" cy="0"/>
          </a:xfrm>
          <a:prstGeom prst="line">
            <a:avLst/>
          </a:prstGeom>
          <a:noFill/>
          <a:ln w="12700">
            <a:solidFill>
              <a:srgbClr val="F3F5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557016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557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48386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Auto-loaded files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480560" y="3465576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17720" y="34655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terraform.tfvars / *.auto.tfvars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4838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automatically — no flag needed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11064240" cy="0"/>
          </a:xfrm>
          <a:prstGeom prst="line">
            <a:avLst/>
          </a:prstGeom>
          <a:noFill/>
          <a:ln w="12700">
            <a:solidFill>
              <a:srgbClr val="F3F5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53128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453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3799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4480560" y="4361688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17720" y="43616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TF_VAR_region=us-east-1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437997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CI/CD pipelines and secrets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111496"/>
            <a:ext cx="11064240" cy="0"/>
          </a:xfrm>
          <a:prstGeom prst="line">
            <a:avLst/>
          </a:prstGeom>
          <a:noFill/>
          <a:ln w="12700">
            <a:solidFill>
              <a:srgbClr val="F3F5F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34924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5349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" y="52760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in variable block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4480560" y="525780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17720" y="5257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= "us-east-1"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321040" y="52760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used when nothing else is supplied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OPERATIONS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 Precedence — Highest to Lowest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1996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" y="2148840"/>
            <a:ext cx="9692640" cy="566928"/>
          </a:xfrm>
          <a:prstGeom prst="roundRect">
            <a:avLst>
              <a:gd name="adj" fmla="val 967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2148840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-var and -var-file  (command line)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27080" y="21488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CLI flags always win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990088"/>
            <a:ext cx="8458200" cy="566928"/>
          </a:xfrm>
          <a:prstGeom prst="roundRect">
            <a:avLst>
              <a:gd name="adj" fmla="val 9677"/>
            </a:avLst>
          </a:prstGeom>
          <a:solidFill>
            <a:srgbClr val="1E2761">
              <a:alpha val="88000"/>
            </a:srgbClr>
          </a:solidFill>
          <a:ln w="12700">
            <a:solidFill>
              <a:srgbClr val="1E2761">
                <a:alpha val="88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2990088"/>
            <a:ext cx="8001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*.auto.tfvars files  (alphabetical order)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92640" y="299008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Auto-loaded, later files override earlier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3831336"/>
            <a:ext cx="7223760" cy="566928"/>
          </a:xfrm>
          <a:prstGeom prst="roundRect">
            <a:avLst>
              <a:gd name="adj" fmla="val 9677"/>
            </a:avLst>
          </a:prstGeom>
          <a:solidFill>
            <a:srgbClr val="1E2761">
              <a:alpha val="76000"/>
            </a:srgbClr>
          </a:solidFill>
          <a:ln w="12700">
            <a:solidFill>
              <a:srgbClr val="1E2761">
                <a:alpha val="76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3831336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terraform.tfvars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383133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Auto-loaded if present in the working directory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" y="4672584"/>
            <a:ext cx="5989320" cy="566928"/>
          </a:xfrm>
          <a:prstGeom prst="roundRect">
            <a:avLst>
              <a:gd name="adj" fmla="val 9677"/>
            </a:avLst>
          </a:prstGeom>
          <a:solidFill>
            <a:srgbClr val="1E2761">
              <a:alpha val="64000"/>
            </a:srgbClr>
          </a:solidFill>
          <a:ln w="12700">
            <a:solidFill>
              <a:srgbClr val="1E2761">
                <a:alpha val="64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34440" y="4672584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TF_VAR_&lt;name&gt;  environment variables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467258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the shell environment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" y="5513832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1E2761">
              <a:alpha val="52000"/>
            </a:srgbClr>
          </a:solidFill>
          <a:ln w="12700">
            <a:solidFill>
              <a:srgbClr val="1E2761">
                <a:alpha val="52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34440" y="551383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 in the variable block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5513832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if nothing else sets a value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-var-file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920240"/>
            <a:ext cx="10552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plan \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-var-file="prod.tfvars"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 \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-var-file="prod.tfvars"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files can be layered — later files override matching keys from earlier ones: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04672" y="4526280"/>
            <a:ext cx="10552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 \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-var-file="common.tfvars" \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-var-file="prod.tfvars"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FLAG NEEDED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Auto-Loaded .tfvars Files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3063240"/>
          </a:xfrm>
          <a:prstGeom prst="roundRect">
            <a:avLst>
              <a:gd name="adj" fmla="val 2985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terraform.tfvars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7548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loaded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sits in the working directory — no CLI flag required.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a single default set of values shared by every run.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303520" cy="3063240"/>
          </a:xfrm>
          <a:prstGeom prst="roundRect">
            <a:avLst>
              <a:gd name="adj" fmla="val 2985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*.auto.tfvars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14600"/>
            <a:ext cx="47548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file matching this pattern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auto-loaded in alphabetical order — also works with .auto.tfvars.json.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 for splitting shared config into named files.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passed with </a:t>
            </a:r>
            <a:pPr indent="0" marL="0"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-var-file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NOT auto-loaded — they must always be named explicitly on the command line.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PATTERN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Multiple Environments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920240"/>
            <a:ext cx="49743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project/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main.tf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variables.tf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environments/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dev.tfvars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staging.tfvars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prod.tfvars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0" y="17830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configuration, many environments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33172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.tfvars file holds only the values that differ per environment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main.tf and variables.tf stay identical across dev, staging, and prod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environment at run time with -var-file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416052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56832" y="4343400"/>
            <a:ext cx="4700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 \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-var-file="environments/prod.tfvars"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CLEANLY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8288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secrets out of git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258568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sensitive .tfvars files to .gitignore; never commit credentials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0528" y="1892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0" y="18288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auto.tfvars for shared defaults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2258568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common values into named, auto-loaded files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3558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88720" y="32918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environment files clearly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721608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dev.tfvars, staging.tfvars, prod.tfvars — no ambiguity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15468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0528" y="33558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2918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 template file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65392" y="3721608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example.tfvars.tmpl so teammates know required keys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8188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88720" y="47548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plan before apply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184648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terraform plan -var-file=... before applying changes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46177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48188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47548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secrets via TF_VAR_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565392" y="5184648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environment variables for CI/CD pipelines and secret managers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Terraform .tfvars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9601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tfvars files separate variable values from configuration logic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can come from CLI flags, files, env vars, or defaults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flags beat auto.tfvars, which beat terraform.tfvars, which beat env vars and defaults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terraform.tfvars and *.auto.tfvars load automatically — -var-file does not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tfvars files per environment keep one config reusable everywhere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5760720"/>
            <a:ext cx="128016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897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2026-09-04T03:51:42Z</dcterms:created>
  <dcterms:modified xsi:type="dcterms:W3CDTF">2026-09-04T03:51:42Z</dcterms:modified>
</cp:coreProperties>
</file>