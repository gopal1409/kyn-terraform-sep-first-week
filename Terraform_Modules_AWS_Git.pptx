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828800"/>
            <a:ext cx="5943600" cy="594360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548640"/>
            <a:ext cx="3108960" cy="3108960"/>
          </a:xfrm>
          <a:prstGeom prst="ellipse">
            <a:avLst/>
          </a:prstGeom>
          <a:ln w="19050">
            <a:solidFill>
              <a:srgbClr val="E8A33D">
                <a:alpha val="7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Modules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guide: building a reusable AWS module and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it straight from a Git repository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design to version-pinned Git sourcing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module?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vs. child modules and how they relate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modules?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benefits for teams and projects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module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files and folder conventions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example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module end-to-end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sources &amp; Git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paths, registries, and Git URLs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4348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best practices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tagging, and safe adoption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Terraform Module?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container for one or more resources that are used together.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has at least one module — the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can call other, reusable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modules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0020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  (main.tf)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31936" y="2267712"/>
            <a:ext cx="201168" cy="173736"/>
          </a:xfrm>
          <a:prstGeom prst="down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246888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Module  (vpc)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31936" y="3136392"/>
            <a:ext cx="201168" cy="173736"/>
          </a:xfrm>
          <a:prstGeom prst="down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3375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 (VPC, Subnets, IGW)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4805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call is just a Terraform block — it can point to a local folder, a public registry, or a Git repository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 can be called multiple times with different inputs to create similar infrastructure repeatedly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Modules?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infrastructure once, reuse it across projects and environments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standardized, tested patterns everywhere it's used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resource complexity behind a small set of inputs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share, publish, and version modules independently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8872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improve logic in one place; every caller benefits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new infrastructure from proven building blocks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4608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resources the module manages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2423160"/>
            <a:ext cx="55778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input variables the caller can 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55778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291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values the caller can reference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3977640"/>
            <a:ext cx="5577840" cy="0"/>
          </a:xfrm>
          <a:prstGeom prst="line">
            <a:avLst/>
          </a:prstGeom>
          <a:noFill/>
          <a:ln w="12700">
            <a:solidFill>
              <a:srgbClr val="F3F5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usage, inputs, and outputs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7091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three-file convention (main / variables / outputs) is a community standard — Terraform doesn't require it, but tooling and reviewers expect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· STEP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Inputs — variables.tf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62544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"vpc_cidr"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"CIDR block for the VPC"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"subnet_cidrs"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list(string)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"CIDR blocks for subnets"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"environment"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string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"dev"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809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the module needs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3172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constrains what callers can pass in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documents intent for future users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makes a variable optional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means the caller must supply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· STEP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Resources — main.tf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105521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"this"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var.vpc_cidr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 Name = "${var.environment}-vpc"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"public"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     = length(var.subnet_cidrs)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aws_vpc.this.id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var.subnet_cidrs[count.index]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data.aws_availability_zones.available.names[count.index]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var.subnet_cidrs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reference the inputs declared in variables.tf — this is where they're actually used.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· STEP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Outputs — outputs.tf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62544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"vpc_id"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"ID of the created VPC"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aws_vpc.this.id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"subnet_ids"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"IDs of the created subnets"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aws_subnet.public[*].id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the module's public surface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423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isn't declared as an output stays private to the module. Callers reference these values as: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333756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module.vpc.vpc_id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files form a complete, self-contained VPC module ready to be called from any root configuration.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· STEP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the Module from Root Config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10552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= "./modules/vpc"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    = "10.0.0.0/16"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subnet_cidrs = ["10.0.1.0/24", "10.0.2.0/24"]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= "production"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tells Terraform where to find the module's code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argument maps directly to a declared input variable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"vpc" is the local name used to reference this module's outputs elsewhere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· STEP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Modules with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5248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"ami-0abcd1234"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"t3.micro"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module.vpc.subnet_ids[0]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6096" y="2496312"/>
            <a:ext cx="201168" cy="411480"/>
          </a:xfrm>
          <a:prstGeom prst="down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30175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2396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flows 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605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referenced as module.&lt;name&gt;.&lt;output&gt; anywhere in the root configuration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you chain modules — a VPC module's subnet feeds an EC2 or ALB module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automatically builds the dependency graph from these references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LOCAL FILES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Modules Can Come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14884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./modules/vpc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21488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repo, fast local development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11064240" cy="621792"/>
          </a:xfrm>
          <a:prstGeom prst="rect">
            <a:avLst/>
          </a:prstGeom>
          <a:solidFill>
            <a:srgbClr val="EDF0F9"/>
          </a:solidFill>
          <a:ln w="12700">
            <a:solidFill>
              <a:srgbClr val="EDF0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706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Registry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7706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terraform-aws-modules/vpc/aws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7706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versioned, community-vetted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924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(HTTPS)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39242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git::https://github.com/org/repo.git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39242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or custom modules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11064240" cy="621792"/>
          </a:xfrm>
          <a:prstGeom prst="rect">
            <a:avLst/>
          </a:prstGeom>
          <a:solidFill>
            <a:srgbClr val="EDF0F9"/>
          </a:solidFill>
          <a:ln w="12700">
            <a:solidFill>
              <a:srgbClr val="EDF0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01421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(SSH)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014216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git::ssh://git@github.com/org/repo.git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40142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access, no tokens in URLs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3600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636008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s3::https://bucket.s3.amazonaws.com/mod.zip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463600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artifact storage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621792"/>
          </a:xfrm>
          <a:prstGeom prst="rect">
            <a:avLst/>
          </a:prstGeom>
          <a:solidFill>
            <a:srgbClr val="EDF0F9"/>
          </a:solidFill>
          <a:ln w="12700">
            <a:solidFill>
              <a:srgbClr val="EDF0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2578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HTTP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525780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https://example.com/module.zip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52578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hosted archives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Modules with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"git::https://github.com/myorg/terraform-aws-vpc.git"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just a subdirectory of a larger repo? Add // after the URL: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3703320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"git::https://github.com/myorg/tf-modules.git//vpc"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10235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git:: prefix tells Terraform to use a generic Git fetch instead of the Registry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shorthand also works: source = "github.com/myorg/terraform-aws-vpc"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IT DOWN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Versioning with ?ref=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105521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to a release tag (recommended)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"git::https://github.com/myorg/terraform-aws-vpc.git?ref=v1.4.0"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to a branch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"git::https://github.com/myorg/terraform-aws-vpc.git?ref=develop"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to an exact commit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"git::https://github.com/myorg/terraform-aws-vpc.git?ref=a1b2c3d"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8006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pin production modules to a tag or commit SHA. Tracking a branch means the module's behavior can change underneath you the next time you run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 -upgrade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05763" y="150876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05763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59152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push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1733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module and push it to a Git repo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4950" y="2871216"/>
            <a:ext cx="219456" cy="201168"/>
          </a:xfrm>
          <a:prstGeom prst="right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9818" y="150876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9818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12694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9854" y="2359152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release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49854" y="2880360"/>
            <a:ext cx="1733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semantic version tag, e.g. v1.4.0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39005" y="2871216"/>
            <a:ext cx="219456" cy="201168"/>
          </a:xfrm>
          <a:prstGeom prst="right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150876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33872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76749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3909" y="2359152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in root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13909" y="2880360"/>
            <a:ext cx="1733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git:: source + ?ref=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3059" y="2871216"/>
            <a:ext cx="219456" cy="201168"/>
          </a:xfrm>
          <a:prstGeom prst="right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926" y="150876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7926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40803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7963" y="2359152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477963" y="2880360"/>
            <a:ext cx="1733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clones the tagged commit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67114" y="2871216"/>
            <a:ext cx="219456" cy="201168"/>
          </a:xfrm>
          <a:prstGeom prst="rightArrow">
            <a:avLst/>
          </a:prstGeom>
          <a:solidFill>
            <a:srgbClr val="5B6389"/>
          </a:solidFill>
          <a:ln w="12700">
            <a:solidFill>
              <a:srgbClr val="5B638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61981" y="1508760"/>
            <a:ext cx="493776" cy="49377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61981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604858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42018" y="2359152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apply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742018" y="2880360"/>
            <a:ext cx="1733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provisioned in AWS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2519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becomes your module distribution mechanism — no package registry to run, just tags and commits your team already understands.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SAFELY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every module version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?ref= with a tag or commit SHA — never track a moving branch in production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versioning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585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releases as v1.0.0, v1.1.0 so consumers know what changed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modules focused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module, one purpose — compose small modules rather than one giant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inputs &amp; outputs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72160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README.md saves every future caller a trip through the 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8872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SSH for private repos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Git access avoids tokens leaking into source URLs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3F5FB"/>
          </a:solidFill>
          <a:ln w="12700">
            <a:solidFill>
              <a:srgbClr val="F3F5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754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isolation first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518464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module on its own before wiring it into shared configurations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Terraform Modules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bundles resources behind reusable inputs and outputs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main.tf / variables.tf / outputs.tf convention keeps modules predictable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 composes into larger stacks by chaining outputs to inputs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can point to a local path, a registry, or a Git repository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sourcing plus ?ref= tagging gives you versioned, distributable modules — no separate registry required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97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2026-09-04T04:01:26Z</dcterms:created>
  <dcterms:modified xsi:type="dcterms:W3CDTF">2026-09-04T04:01:26Z</dcterms:modified>
</cp:coreProperties>
</file>