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120640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760720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0" y="5029200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4572000"/>
            <a:ext cx="128016" cy="1280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756648" y="4636008"/>
            <a:ext cx="640080" cy="548640"/>
          </a:xfrm>
          <a:prstGeom prst="line">
            <a:avLst/>
          </a:prstGeom>
          <a:noFill/>
          <a:ln w="1905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396728" y="4636008"/>
            <a:ext cx="1005840" cy="457200"/>
          </a:xfrm>
          <a:prstGeom prst="line">
            <a:avLst/>
          </a:prstGeom>
          <a:noFill/>
          <a:ln w="1905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96728" y="4636008"/>
            <a:ext cx="274320" cy="1188720"/>
          </a:xfrm>
          <a:prstGeom prst="line">
            <a:avLst/>
          </a:prstGeom>
          <a:noFill/>
          <a:ln w="1905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756648" y="5093208"/>
            <a:ext cx="1645920" cy="91440"/>
          </a:xfrm>
          <a:prstGeom prst="line">
            <a:avLst/>
          </a:prstGeom>
          <a:noFill/>
          <a:ln w="19050">
            <a:solidFill>
              <a:srgbClr val="5A6474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3152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•  AWS  •  INFRASTRUCTURE AS CODE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974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AWS Infrastructure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Terraform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434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walkthrough: VPC networking, routing, compute, and the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patterns that tie them together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5806440"/>
            <a:ext cx="457200" cy="411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Training Session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Walk 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&amp; Variables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block, provider config, and input variables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7647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Foundations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1671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and subnets built with for_each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278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Internet Access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6301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gateway, route table, associations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306324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2278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 Image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6301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aws_ami data source and its filters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690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50932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the EC2 web instance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452628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4690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Wrap-Up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50932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values, gaps to discuss, key takeaways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&amp; Provider Configuration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required_providers block pins the AWS provider to hashicorp/aws, version ~&gt; 6.0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 a version range is essential for production — it prevents an untested major upgrade from silently breaking a plan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block sets the region from var.aws_region, so every resource is created in one configurable region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aws_region has a default ("us-east-1"), this config runs with zero required input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35040" y="155448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0" y="178308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required_providers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aws =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  = "hashicorp/aws"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version = "~&gt; 6.0"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var.aws_region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hard-coded value the project needs is exposed as a variable with a sensible default.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926080" cy="566928"/>
          </a:xfrm>
          <a:prstGeom prst="rect">
            <a:avLst/>
          </a:prstGeom>
          <a:solidFill>
            <a:srgbClr val="232F3E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1645920" cy="566928"/>
          </a:xfrm>
          <a:prstGeom prst="rect">
            <a:avLst/>
          </a:prstGeom>
          <a:solidFill>
            <a:srgbClr val="232F3E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828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20640" y="1828800"/>
            <a:ext cx="3108960" cy="566928"/>
          </a:xfrm>
          <a:prstGeom prst="rect">
            <a:avLst/>
          </a:prstGeom>
          <a:solidFill>
            <a:srgbClr val="232F3E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7800" y="18288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2926080" cy="566928"/>
          </a:xfrm>
          <a:prstGeom prst="rect">
            <a:avLst/>
          </a:prstGeom>
          <a:solidFill>
            <a:srgbClr val="EEF1F3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3957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aws_region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0" y="2395728"/>
            <a:ext cx="1645920" cy="566928"/>
          </a:xfrm>
          <a:prstGeom prst="rect">
            <a:avLst/>
          </a:prstGeom>
          <a:solidFill>
            <a:srgbClr val="EEF1F3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20640" y="2395728"/>
            <a:ext cx="3108960" cy="566928"/>
          </a:xfrm>
          <a:prstGeom prst="rect">
            <a:avLst/>
          </a:prstGeom>
          <a:solidFill>
            <a:srgbClr val="EEF1F3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23957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962656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9626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project_name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0" y="2962656"/>
            <a:ext cx="1645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11880" y="29626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20640" y="2962656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57800" y="296265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gopal-projecty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529584"/>
            <a:ext cx="2926080" cy="566928"/>
          </a:xfrm>
          <a:prstGeom prst="rect">
            <a:avLst/>
          </a:prstGeom>
          <a:solidFill>
            <a:srgbClr val="EEF1F3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5295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74720" y="3529584"/>
            <a:ext cx="1645920" cy="566928"/>
          </a:xfrm>
          <a:prstGeom prst="rect">
            <a:avLst/>
          </a:prstGeom>
          <a:solidFill>
            <a:srgbClr val="EEF1F3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1880" y="35295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20640" y="3529584"/>
            <a:ext cx="3108960" cy="566928"/>
          </a:xfrm>
          <a:prstGeom prst="rect">
            <a:avLst/>
          </a:prstGeom>
          <a:solidFill>
            <a:srgbClr val="EEF1F3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57800" y="352958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096512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0965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vpc_cidr_block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474720" y="4096512"/>
            <a:ext cx="1645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1880" y="409651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120640" y="4096512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57800" y="409651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10.0.0.0/16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4663440"/>
            <a:ext cx="2926080" cy="566928"/>
          </a:xfrm>
          <a:prstGeom prst="rect">
            <a:avLst/>
          </a:prstGeom>
          <a:solidFill>
            <a:srgbClr val="EEF1F3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4663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subnet_cidr_block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474720" y="4663440"/>
            <a:ext cx="1645920" cy="566928"/>
          </a:xfrm>
          <a:prstGeom prst="rect">
            <a:avLst/>
          </a:prstGeom>
          <a:solidFill>
            <a:srgbClr val="EEF1F3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11880" y="46634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120640" y="4663440"/>
            <a:ext cx="3108960" cy="566928"/>
          </a:xfrm>
          <a:prstGeom prst="rect">
            <a:avLst/>
          </a:prstGeom>
          <a:solidFill>
            <a:srgbClr val="EEF1F3"/>
          </a:solidFill>
          <a:ln w="9525">
            <a:solidFill>
              <a:srgbClr val="D8DC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257800" y="46634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10.0.1.0/24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503920" y="1828800"/>
            <a:ext cx="3108960" cy="3401568"/>
          </a:xfrm>
          <a:prstGeom prst="roundRect">
            <a:avLst>
              <a:gd name="adj" fmla="val 235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78240" y="2057400"/>
            <a:ext cx="2606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9900"/>
                </a:solidFill>
              </a:rPr>
              <a:t>Why defaults matter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</a:rPr>
              <a:t>With defaults on every variable, terraform apply works out of the box — no .tfvars file required for a first run.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subnets Variable: a Map of Objects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"subnets"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map(object({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cidr_block        = string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availability_zone = string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subnet1 =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cidr_block = "10.0.1.0/24"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availability_zone = "us-east-1a"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subnet2 = { ...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92240" y="17373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93992" y="201168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93992" y="2011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10.0.1.0/24   ·   us-east-1a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31546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93992" y="3429000"/>
            <a:ext cx="585216" cy="585216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93992" y="3429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10.0.2.0/24   ·   us-east-1b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709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for_each = var.subnets loop turns this map into as many aws_subnet resources as it has keys — add a subnet3 entry and no resource block changes.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locals: One Tag Set, Reused Everywhere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common_tags =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   = "gopal-project"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Project     = var.project_name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var.environment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ManagedBy   = "IT"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local.common_tags is referenced on every taggable resource below — change a tag once, and it updates everywhere.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240280"/>
            <a:ext cx="228600" cy="2286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103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aws_vpc.projecty-vpc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274320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880360"/>
            <a:ext cx="228600" cy="2286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2743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aws_route_table.internet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38328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520440"/>
            <a:ext cx="228600" cy="2286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383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aws_internet_gateway.igw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402336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60520"/>
            <a:ext cx="228600" cy="2286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4023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Subnets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aws_vpc.projecty-vpc creates the VPC using var.vpc_cidr_block (10.0.0.0/16)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aws_subnet.projecty-subnet uses for_each = var.subnets, so it plans once and creates one subnet per map entry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each.key names the resource instance (subnet1, subnet2); each.value.cidr_block / availability_zone fill in its settings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subnet is explicitly tied back to the VPC via vpc_id = aws_vpc.projecty-vpc.id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AF1F6"/>
          </a:solidFill>
          <a:ln w="19050">
            <a:solidFill>
              <a:srgbClr val="232F3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10.0.0.0/16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2606040"/>
            <a:ext cx="2194560" cy="2514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28803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5236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10.0.1.0/24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0" y="2606040"/>
            <a:ext cx="2194560" cy="2514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21240" y="288036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2124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10.0.2.0/24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us-east-1b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394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 = var.subnets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&amp; Route Table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aws_internet_gateway.igw attaches to the VPC — required before anything inside can reach the internet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aws_route_table.internet is a custom route table (not the VPC's default)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aws_route adds 0.0.0.0/0 → the IGW inside that route table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aws_route_table_association loops over var.subnets with for_each, wiring both subnets to this one route table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37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26974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697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aws_internet_gateway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"igw"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379476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3794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aws_route_table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"internet"  (0.0.0.0/0)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2377440"/>
            <a:ext cx="9144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89520" y="3474720"/>
            <a:ext cx="9144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09360" y="489204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4892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78040" y="4572000"/>
            <a:ext cx="9144" cy="32004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412480" y="489204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4892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81160" y="4572000"/>
            <a:ext cx="9144" cy="32004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035040" y="5577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aws_route_table_association (for_each)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 AMI with a Data Source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blocks read information Terraform doesn't manage — here, the newest Canonical Ubuntu 24.04 image.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"aws_ami" "ubuntu"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most_recent = true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owners = ["099720109477"] # Canonical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"name"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= ["ubuntu/.../24.04-amd64-*"]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 { name = "virtualization-type"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= ["hvm"]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 { name = "architecture"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= ["x86_64"]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0" y="182880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most_recent = true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resolves to the latest matching AMI at apply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320040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3703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the search to Canonical's own account — avoids look-alike public AMIs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457200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blocks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5074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by name pattern, virtualization type, root device, and architecture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EC2 Instance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4297680"/>
          </a:xfrm>
          <a:prstGeom prst="roundRect">
            <a:avLst>
              <a:gd name="adj" fmla="val 1702"/>
            </a:avLst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data.aws_ami.ubuntu.id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vpc_security_group_ids = [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aws_security_group.web.id 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associate_public_ip_address = true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= aws_subnet.projecty-subnet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["subnet1"].id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key_name  = "gopal"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user_data = file("${path.module}/app.sh")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local.common_tags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55448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comes straight from the data source on the previous slide — no hard-coded AMI ID to go stale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subnet_id pins this instance to subnet1 specifically, using the for_each key as an index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path.module points at this module's own directory, so app.sh is found regardless of where terraform apply is run from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vpc_security_group_ids references aws_security_group.web — that resource isn't in this file, so it must exist elsewhere in the config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Surfacing What Terraform Built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print after apply and can be read by other configurations via terraform_remote_state or a module call.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109728" cy="1005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vpc_id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048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of the VPC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874520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874520"/>
            <a:ext cx="109728" cy="1005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vpc_cidr_block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4048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block of the VPC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81528"/>
            <a:ext cx="109728" cy="1005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2186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611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3081528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3081528"/>
            <a:ext cx="109728" cy="1005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32186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ubuntu_ami_id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611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AMI ID used for the instance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88536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288536"/>
            <a:ext cx="109728" cy="1005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4256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web_instance_id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8188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of the EC2 instance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4288536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4288536"/>
            <a:ext cx="109728" cy="1005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44256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web_instance_public_ip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8188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address of the instance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10332720" cy="4572000"/>
          </a:xfrm>
          <a:prstGeom prst="roundRect">
            <a:avLst>
              <a:gd name="adj" fmla="val 1600"/>
            </a:avLst>
          </a:prstGeom>
          <a:solidFill>
            <a:srgbClr val="EAF1F6"/>
          </a:solidFill>
          <a:ln w="19050">
            <a:solidFill>
              <a:srgbClr val="232F3E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143000" y="1664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10.0.0.0/16 (projecty-vpc)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69680" y="169164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138160" y="2423160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0" y="2423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Table → 0.0.0.0/0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921240" y="2194560"/>
            <a:ext cx="9144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371600" y="324612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4480" y="3355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subnet1 · 10.0.1.0/24 · us-east-1a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416052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4160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aws_instance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"web"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· Ubuntu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324612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3355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subnet2 · 10.0.2.0/24 · us-east-1b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11880" y="2926080"/>
            <a:ext cx="9144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23960" y="2926080"/>
            <a:ext cx="9144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Patterns Used in This Config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4310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431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37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0312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a resource over a map (subnets, route table associations) — one block, many instances, keyed by name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94310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9431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7373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10312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common_tags centralizes repeated values so every resource stays consistent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604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3604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154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5204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aws_ami reads existing AWS state instead of managing a new resource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01752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3604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33604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154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path.module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5204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meta-argument that resolves paths relative to the module, not the working directory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77774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777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5720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Implicit dependencies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49377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aws_vpc.projecty-vpc.id elsewhere tells Terraform the build order automatically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443484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8DC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477774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47777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5720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93776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IDs and IPs for humans or for other Terraform configs to consume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to Fix Before This Ships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E8B4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aws_security_group.web is referenced by the instance but never defined in this config — apply will fail until it's added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key_name = "gopal" is hard-coded; a shared config shouldn't assume one personal key pair exists in every account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instance is pinned to subnet1 only — no redundancy across the second availability zone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and the instance count are hard-coded rather than variables, making the module less reusable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9FC5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 Well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488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version is pinned (~&gt; 6.0) instead of left floating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centralized in one locals block instead of repeated per resource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scale through a map + for_each rather than copy-pasted resource blocks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AMI is looked up dynamically, so the image stays current without manual updates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788920"/>
            <a:ext cx="457200" cy="4114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  →  terraform apply  →  build something real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2026-09-02T03:55:36Z</dcterms:created>
  <dcterms:modified xsi:type="dcterms:W3CDTF">2026-09-02T03:55:36Z</dcterms:modified>
</cp:coreProperties>
</file>